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63" r:id="rId2"/>
    <p:sldId id="256" r:id="rId3"/>
    <p:sldId id="270" r:id="rId4"/>
    <p:sldId id="258" r:id="rId5"/>
    <p:sldId id="266" r:id="rId6"/>
    <p:sldId id="267" r:id="rId7"/>
    <p:sldId id="265" r:id="rId8"/>
    <p:sldId id="264" r:id="rId9"/>
    <p:sldId id="268" r:id="rId10"/>
    <p:sldId id="269" r:id="rId11"/>
    <p:sldId id="262" r:id="rId12"/>
    <p:sldId id="259" r:id="rId13"/>
    <p:sldId id="260" r:id="rId14"/>
    <p:sldId id="261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ED0A52-2934-484F-8D74-5A1AFAD27CFA}" v="7" dt="2023-03-08T03:38:41.3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5759" y="2166364"/>
            <a:ext cx="11471565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000" spc="1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996250"/>
            <a:ext cx="9144000" cy="1309255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3/9/2023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3/9/2023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191" y="2208879"/>
            <a:ext cx="10515600" cy="16764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6000" b="0" spc="1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3191" y="4010334"/>
            <a:ext cx="10515600" cy="1174639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6DFF08F-DC6B-4601-B491-B0F83F6DD2DA}" type="datetimeFigureOut">
              <a:rPr lang="en-US" dirty="0"/>
              <a:pPr/>
              <a:t>3/9/2023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05344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0391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3/9/2023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7008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07008" y="2656566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31230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31230" y="2656564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3/9/2023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3/9/2023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3/9/2023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7008" y="2120054"/>
            <a:ext cx="6126480" cy="4114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89023" y="2147486"/>
            <a:ext cx="3200400" cy="3432319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3/9/2023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0160" y="2211494"/>
            <a:ext cx="6126480" cy="3931920"/>
          </a:xfrm>
          <a:solidFill>
            <a:schemeClr val="tx2">
              <a:lumMod val="60000"/>
              <a:lumOff val="40000"/>
            </a:schemeClr>
          </a:solidFill>
        </p:spPr>
        <p:txBody>
          <a:bodyPr tIns="365760" anchor="t"/>
          <a:lstStyle>
            <a:lvl1pPr marL="0" indent="0" algn="ctr">
              <a:buNone/>
              <a:defRPr sz="320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90688" y="2150621"/>
            <a:ext cx="3200400" cy="3429000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3/9/2023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3/9/2023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019312" y="0"/>
            <a:ext cx="27432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0624" y="274638"/>
            <a:ext cx="240238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274638"/>
            <a:ext cx="7973291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22854"/>
            <a:ext cx="2743196" cy="365125"/>
          </a:xfrm>
        </p:spPr>
        <p:txBody>
          <a:bodyPr/>
          <a:lstStyle/>
          <a:p>
            <a:fld id="{96DFF08F-DC6B-4601-B491-B0F83F6DD2DA}" type="datetimeFigureOut">
              <a:rPr lang="en-US" dirty="0"/>
              <a:t>3/9/2023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76135" y="6422854"/>
            <a:ext cx="427966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3048" y="6422854"/>
            <a:ext cx="879759" cy="365125"/>
          </a:xfrm>
        </p:spPr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83" y="176109"/>
            <a:ext cx="12188952" cy="16459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2919" y="2011680"/>
            <a:ext cx="9784080" cy="4206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02266" y="6422854"/>
            <a:ext cx="3000894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fld id="{96DFF08F-DC6B-4601-B491-B0F83F6DD2DA}" type="datetimeFigureOut">
              <a:rPr lang="en-US" dirty="0"/>
              <a:pPr/>
              <a:t>3/9/2023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96471" y="6422854"/>
            <a:ext cx="50444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58927" y="6422854"/>
            <a:ext cx="946264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kern="1200" cap="all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/>
        </a:buClr>
        <a:buFont typeface="Wingdings" pitchFamily="2" charset="2"/>
        <a:buChar char="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846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71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29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806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56709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D1853-766D-82C3-3B32-3CBF63A57CA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BINARY NUMBERS ADDITION</a:t>
            </a:r>
            <a:endParaRPr lang="en-PH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95E880-79CE-EAFD-4557-CFE1E81D72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ICT 9 - Computer Systems Servicing</a:t>
            </a:r>
            <a:endParaRPr lang="en-PH" sz="3600" dirty="0"/>
          </a:p>
        </p:txBody>
      </p:sp>
    </p:spTree>
    <p:extLst>
      <p:ext uri="{BB962C8B-B14F-4D97-AF65-F5344CB8AC3E}">
        <p14:creationId xmlns:p14="http://schemas.microsoft.com/office/powerpoint/2010/main" val="29723183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050CEC3-8FE1-4388-3A07-60500A3CB726}"/>
              </a:ext>
            </a:extLst>
          </p:cNvPr>
          <p:cNvSpPr txBox="1"/>
          <p:nvPr/>
        </p:nvSpPr>
        <p:spPr>
          <a:xfrm>
            <a:off x="246580" y="328773"/>
            <a:ext cx="11486507" cy="6832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 the value of-</a:t>
            </a:r>
          </a:p>
          <a:p>
            <a:pPr marL="342900" indent="-342900">
              <a:buAutoNum type="arabicPeriod"/>
            </a:pPr>
            <a:r>
              <a:rPr lang="en-US" sz="6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11011=</a:t>
            </a:r>
          </a:p>
          <a:p>
            <a:pPr marL="342900" indent="-342900">
              <a:buAutoNum type="arabicPeriod"/>
            </a:pPr>
            <a:r>
              <a:rPr lang="en-US" sz="6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110111=</a:t>
            </a:r>
          </a:p>
          <a:p>
            <a:pPr marL="342900" indent="-342900">
              <a:buAutoNum type="arabicPeriod"/>
            </a:pPr>
            <a:r>
              <a:rPr lang="en-US" sz="6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100011=</a:t>
            </a:r>
          </a:p>
          <a:p>
            <a:pPr marL="342900" indent="-342900">
              <a:buAutoNum type="arabicPeriod"/>
            </a:pPr>
            <a:r>
              <a:rPr lang="en-US" sz="6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11100011=</a:t>
            </a:r>
          </a:p>
          <a:p>
            <a:pPr marL="342900" indent="-342900">
              <a:buAutoNum type="arabicPeriod"/>
            </a:pPr>
            <a:r>
              <a:rPr lang="en-US" sz="6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1001100=</a:t>
            </a:r>
          </a:p>
          <a:p>
            <a:pPr marL="342900" indent="-342900">
              <a:buAutoNum type="arabicPeriod"/>
            </a:pPr>
            <a:r>
              <a:rPr lang="en-US" sz="6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11001100=</a:t>
            </a:r>
          </a:p>
          <a:p>
            <a:pPr marL="342900" indent="-342900">
              <a:buAutoNum type="arabicPeriod"/>
            </a:pP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3996597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9EC9A43-6521-443E-8338-2D2E0C09F6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256" y="472611"/>
            <a:ext cx="11157735" cy="5897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005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C6DECDA-ADED-8E3C-B02F-82963E0620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060" y="308226"/>
            <a:ext cx="9803259" cy="28562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B277829-F1AE-B2D6-4A2A-37CC5D1F57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061" y="3606138"/>
            <a:ext cx="11488220" cy="294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232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03EA19B-BED2-B5F8-4EAF-98D6D132C9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2838" y="256179"/>
            <a:ext cx="5906324" cy="191166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4A2D936-D958-35C5-A4A6-1D9763B0AE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971704"/>
            <a:ext cx="12192000" cy="3542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2317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7F1F65-E025-1617-9B6F-533B5A0052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8090" y="0"/>
            <a:ext cx="7001852" cy="304115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E65F8B0-C9BE-56C0-9B08-35F3603AF8F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629"/>
          <a:stretch/>
        </p:blipFill>
        <p:spPr>
          <a:xfrm>
            <a:off x="0" y="3143892"/>
            <a:ext cx="12192000" cy="3714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019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DAA5DC-311E-AB1C-C7B3-19AAE8DE8F3B}"/>
              </a:ext>
            </a:extLst>
          </p:cNvPr>
          <p:cNvSpPr txBox="1"/>
          <p:nvPr/>
        </p:nvSpPr>
        <p:spPr>
          <a:xfrm>
            <a:off x="593559" y="200977"/>
            <a:ext cx="12000216" cy="90486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Appetizer #8: Add the binary numbers-</a:t>
            </a:r>
          </a:p>
          <a:p>
            <a:pPr marL="342900" indent="-342900" algn="ctr">
              <a:buAutoNum type="arabicPeriod"/>
            </a:pPr>
            <a:r>
              <a:rPr lang="en-US" sz="6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111010 + 111001=</a:t>
            </a:r>
          </a:p>
          <a:p>
            <a:pPr algn="ctr"/>
            <a:r>
              <a:rPr lang="en-US" sz="6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2.110011 + 110110=</a:t>
            </a:r>
          </a:p>
          <a:p>
            <a:pPr algn="ctr"/>
            <a:r>
              <a:rPr lang="en-US" sz="6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3.100001 + 111000=</a:t>
            </a:r>
          </a:p>
          <a:p>
            <a:pPr algn="ctr"/>
            <a:r>
              <a:rPr lang="en-US" sz="6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4.10011 + 1100=</a:t>
            </a:r>
          </a:p>
          <a:p>
            <a:pPr algn="ctr"/>
            <a:r>
              <a:rPr lang="en-US" sz="6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5.11100 + 11000=</a:t>
            </a:r>
          </a:p>
          <a:p>
            <a:pPr algn="ctr"/>
            <a:r>
              <a:rPr lang="en-US" sz="6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6. 11100 + 1100=</a:t>
            </a:r>
          </a:p>
          <a:p>
            <a:pPr algn="ctr"/>
            <a:endParaRPr lang="en-US" sz="6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6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24710370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2DB3C5E-35CF-44B0-4855-B4A7EFDD7CA2}"/>
              </a:ext>
            </a:extLst>
          </p:cNvPr>
          <p:cNvSpPr txBox="1"/>
          <p:nvPr/>
        </p:nvSpPr>
        <p:spPr>
          <a:xfrm>
            <a:off x="308344" y="265814"/>
            <a:ext cx="11523921" cy="6511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Appetizer #6: Convert bytes into KB, MB, GB, TB and PB</a:t>
            </a:r>
          </a:p>
          <a:p>
            <a:endParaRPr lang="en-US" sz="5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en-US" sz="5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250GB to  KB</a:t>
            </a:r>
          </a:p>
          <a:p>
            <a:pPr marL="342900" indent="-342900">
              <a:buAutoNum type="arabicPeriod"/>
            </a:pPr>
            <a:r>
              <a:rPr lang="en-US" sz="5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10TB to B</a:t>
            </a:r>
          </a:p>
          <a:p>
            <a:pPr marL="342900" indent="-342900">
              <a:buAutoNum type="arabicPeriod"/>
            </a:pPr>
            <a:r>
              <a:rPr lang="en-US" sz="5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1024KB to PB</a:t>
            </a:r>
          </a:p>
          <a:p>
            <a:pPr marL="342900" indent="-342900">
              <a:buAutoNum type="arabicPeriod"/>
            </a:pPr>
            <a:r>
              <a:rPr lang="en-US" sz="5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5GB to KB</a:t>
            </a:r>
          </a:p>
          <a:p>
            <a:pPr marL="342900" indent="-342900">
              <a:buAutoNum type="arabicPeriod"/>
            </a:pPr>
            <a:r>
              <a:rPr lang="en-US" sz="5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2048MB to TB</a:t>
            </a:r>
            <a:endParaRPr lang="en-PH" sz="5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98364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2DB3C5E-35CF-44B0-4855-B4A7EFDD7CA2}"/>
              </a:ext>
            </a:extLst>
          </p:cNvPr>
          <p:cNvSpPr txBox="1"/>
          <p:nvPr/>
        </p:nvSpPr>
        <p:spPr>
          <a:xfrm>
            <a:off x="308344" y="265814"/>
            <a:ext cx="11523921" cy="7540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Appetizer #7: Convert the equivalent value of the following-</a:t>
            </a:r>
          </a:p>
          <a:p>
            <a:r>
              <a:rPr lang="en-US" sz="4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Example: 2</a:t>
            </a:r>
            <a:r>
              <a:rPr lang="en-US" sz="4000" baseline="30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  <a:r>
              <a:rPr lang="en-US" sz="4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1,024KB </a:t>
            </a:r>
            <a:endParaRPr lang="en-US" sz="4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4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indent="-914400">
              <a:buAutoNum type="arabicPeriod"/>
            </a:pPr>
            <a:r>
              <a:rPr lang="en-US" sz="5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5400" baseline="30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25</a:t>
            </a:r>
            <a:r>
              <a:rPr lang="en-US" sz="5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								6. 2</a:t>
            </a:r>
            <a:r>
              <a:rPr lang="en-US" sz="5400" baseline="30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</a:t>
            </a:r>
            <a:r>
              <a:rPr lang="en-US" sz="5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</a:p>
          <a:p>
            <a:pPr marL="914400" indent="-914400">
              <a:buAutoNum type="arabicPeriod"/>
            </a:pPr>
            <a:r>
              <a:rPr lang="en-US" sz="5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5400" baseline="30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r>
              <a:rPr lang="en-US" sz="5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								7. 2</a:t>
            </a:r>
            <a:r>
              <a:rPr lang="en-US" sz="5400" baseline="30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40</a:t>
            </a:r>
            <a:r>
              <a:rPr lang="en-US" sz="5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</a:p>
          <a:p>
            <a:pPr marL="914400" indent="-914400">
              <a:buAutoNum type="arabicPeriod"/>
            </a:pPr>
            <a:r>
              <a:rPr lang="en-US" sz="5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5400" baseline="30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32</a:t>
            </a:r>
            <a:r>
              <a:rPr lang="en-US" sz="5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								8. 2</a:t>
            </a:r>
            <a:r>
              <a:rPr lang="en-US" sz="5400" baseline="30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37</a:t>
            </a:r>
            <a:r>
              <a:rPr lang="en-US" sz="5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</a:p>
          <a:p>
            <a:pPr marL="914400" indent="-914400">
              <a:buAutoNum type="arabicPeriod"/>
            </a:pPr>
            <a:r>
              <a:rPr lang="en-US" sz="5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5400" baseline="30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18</a:t>
            </a:r>
            <a:r>
              <a:rPr lang="en-US" sz="5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								9. 2</a:t>
            </a:r>
            <a:r>
              <a:rPr lang="en-US" sz="5400" baseline="30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45</a:t>
            </a:r>
            <a:r>
              <a:rPr lang="en-US" sz="5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</a:p>
          <a:p>
            <a:pPr marL="914400" indent="-914400">
              <a:buAutoNum type="arabicPeriod"/>
            </a:pPr>
            <a:r>
              <a:rPr lang="en-US" sz="5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5400" baseline="30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50</a:t>
            </a:r>
            <a:r>
              <a:rPr lang="en-US" sz="5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								10. 2</a:t>
            </a:r>
            <a:r>
              <a:rPr lang="en-US" sz="5400" baseline="30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en-US" sz="5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</a:p>
          <a:p>
            <a:endParaRPr lang="en-PH" sz="5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62486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833D29C-CA71-A901-4456-A66E9621E4C2}"/>
              </a:ext>
            </a:extLst>
          </p:cNvPr>
          <p:cNvSpPr/>
          <p:nvPr/>
        </p:nvSpPr>
        <p:spPr>
          <a:xfrm>
            <a:off x="1222625" y="791111"/>
            <a:ext cx="9657707" cy="501675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8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FF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Thank You</a:t>
            </a:r>
          </a:p>
          <a:p>
            <a:pPr algn="ctr"/>
            <a:r>
              <a:rPr lang="en-US" sz="8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FF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for Learning</a:t>
            </a:r>
          </a:p>
          <a:p>
            <a:pPr algn="ctr"/>
            <a:endParaRPr lang="en-US" sz="8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FF00FF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  <a:p>
            <a:pPr algn="ctr"/>
            <a:r>
              <a:rPr lang="en-US" sz="8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FF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Teacher Mavic</a:t>
            </a:r>
          </a:p>
        </p:txBody>
      </p:sp>
      <p:sp>
        <p:nvSpPr>
          <p:cNvPr id="3" name="Smiley Face 2">
            <a:extLst>
              <a:ext uri="{FF2B5EF4-FFF2-40B4-BE49-F238E27FC236}">
                <a16:creationId xmlns:a16="http://schemas.microsoft.com/office/drawing/2014/main" id="{000AFEF5-B8B7-AE29-F096-BC7A59CDF7C2}"/>
              </a:ext>
            </a:extLst>
          </p:cNvPr>
          <p:cNvSpPr/>
          <p:nvPr/>
        </p:nvSpPr>
        <p:spPr>
          <a:xfrm>
            <a:off x="8917969" y="2137025"/>
            <a:ext cx="1047964" cy="976045"/>
          </a:xfrm>
          <a:prstGeom prst="smileyFac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1341857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2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allAtOnce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D1853-766D-82C3-3B32-3CBF63A57CA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BINARY NUMBERS subtraction</a:t>
            </a:r>
            <a:endParaRPr lang="en-PH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95E880-79CE-EAFD-4557-CFE1E81D72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ICT 9 - Computer Systems Servicing</a:t>
            </a:r>
            <a:endParaRPr lang="en-PH" sz="3600" dirty="0"/>
          </a:p>
        </p:txBody>
      </p:sp>
    </p:spTree>
    <p:extLst>
      <p:ext uri="{BB962C8B-B14F-4D97-AF65-F5344CB8AC3E}">
        <p14:creationId xmlns:p14="http://schemas.microsoft.com/office/powerpoint/2010/main" val="33968933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D1853-766D-82C3-3B32-3CBF63A57CA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BINARY NUMBERS multiplication</a:t>
            </a:r>
            <a:endParaRPr lang="en-PH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95E880-79CE-EAFD-4557-CFE1E81D72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ICT 9 - Computer Systems Servicing</a:t>
            </a:r>
            <a:endParaRPr lang="en-PH" sz="3600" dirty="0"/>
          </a:p>
        </p:txBody>
      </p:sp>
    </p:spTree>
    <p:extLst>
      <p:ext uri="{BB962C8B-B14F-4D97-AF65-F5344CB8AC3E}">
        <p14:creationId xmlns:p14="http://schemas.microsoft.com/office/powerpoint/2010/main" val="18190797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D1853-766D-82C3-3B32-3CBF63A57CA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BINARY NUMBERS division</a:t>
            </a:r>
            <a:endParaRPr lang="en-PH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95E880-79CE-EAFD-4557-CFE1E81D72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ICT 9 - Computer Systems Servicing</a:t>
            </a:r>
            <a:endParaRPr lang="en-PH" sz="3600" dirty="0"/>
          </a:p>
        </p:txBody>
      </p:sp>
    </p:spTree>
    <p:extLst>
      <p:ext uri="{BB962C8B-B14F-4D97-AF65-F5344CB8AC3E}">
        <p14:creationId xmlns:p14="http://schemas.microsoft.com/office/powerpoint/2010/main" val="33324305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anded">
  <a:themeElements>
    <a:clrScheme name="Banded">
      <a:dk1>
        <a:srgbClr val="2C2C2C"/>
      </a:dk1>
      <a:lt1>
        <a:srgbClr val="FFFFFF"/>
      </a:lt1>
      <a:dk2>
        <a:srgbClr val="099BDD"/>
      </a:dk2>
      <a:lt2>
        <a:srgbClr val="F2F2F2"/>
      </a:lt2>
      <a:accent1>
        <a:srgbClr val="FFC000"/>
      </a:accent1>
      <a:accent2>
        <a:srgbClr val="A5D028"/>
      </a:accent2>
      <a:accent3>
        <a:srgbClr val="08CC78"/>
      </a:accent3>
      <a:accent4>
        <a:srgbClr val="F24099"/>
      </a:accent4>
      <a:accent5>
        <a:srgbClr val="828288"/>
      </a:accent5>
      <a:accent6>
        <a:srgbClr val="F56617"/>
      </a:accent6>
      <a:hlink>
        <a:srgbClr val="005DBA"/>
      </a:hlink>
      <a:folHlink>
        <a:srgbClr val="6C606A"/>
      </a:folHlink>
    </a:clrScheme>
    <a:fontScheme name="Banded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nded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120000"/>
                <a:lumMod val="107000"/>
              </a:schemeClr>
            </a:gs>
            <a:gs pos="50000">
              <a:schemeClr val="phClr">
                <a:tint val="70000"/>
                <a:satMod val="124000"/>
                <a:lumMod val="103000"/>
              </a:schemeClr>
            </a:gs>
            <a:gs pos="100000">
              <a:schemeClr val="phClr">
                <a:tint val="85000"/>
                <a:satMod val="12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satMod val="110000"/>
                <a:lumMod val="103000"/>
              </a:schemeClr>
            </a:gs>
            <a:gs pos="50000">
              <a:schemeClr val="phClr">
                <a:shade val="85000"/>
                <a:satMod val="105000"/>
                <a:lumMod val="100000"/>
              </a:schemeClr>
            </a:gs>
            <a:gs pos="100000">
              <a:schemeClr val="phClr">
                <a:shade val="60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/>
              <a:schemeClr val="phClr">
                <a:shade val="91000"/>
                <a:satMod val="105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nded" id="{98DFF888-2449-4D28-977C-6306C017633E}" vid="{9792607F-9579-4224-82FF-9C88C3E1E53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Banded</Template>
  <TotalTime>93</TotalTime>
  <Words>214</Words>
  <Application>Microsoft Office PowerPoint</Application>
  <PresentationFormat>Widescreen</PresentationFormat>
  <Paragraphs>43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Corbel</vt:lpstr>
      <vt:lpstr>Wingdings</vt:lpstr>
      <vt:lpstr>Banded</vt:lpstr>
      <vt:lpstr>PowerPoint Presentation</vt:lpstr>
      <vt:lpstr>BINARY NUMBERS ADDITION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BINARY NUMBERS subtraction</vt:lpstr>
      <vt:lpstr>BINARY NUMBERS multiplication</vt:lpstr>
      <vt:lpstr>BINARY NUMBERS division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BINARY NUMBERS ADDITION</dc:title>
  <dc:creator>Marivic Infante</dc:creator>
  <cp:lastModifiedBy>Marivic Infante</cp:lastModifiedBy>
  <cp:revision>5</cp:revision>
  <dcterms:created xsi:type="dcterms:W3CDTF">2023-03-06T23:43:45Z</dcterms:created>
  <dcterms:modified xsi:type="dcterms:W3CDTF">2023-03-08T21:31:26Z</dcterms:modified>
</cp:coreProperties>
</file>