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Binary, Octal, Decimal, Hexadecimal</a:t>
            </a:r>
          </a:p>
          <a:p>
            <a:r>
              <a:t>With Step-by-Step Worksheets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Decimal to Binary (Worksheet)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Convert 25₁₀ to Binary</a:t>
            </a:r>
          </a:p>
          <a:p>
            <a:r>
              <a:t>Step 1: 25 ÷ 2 = 12 remainder 1</a:t>
            </a:r>
          </a:p>
          <a:p>
            <a:r>
              <a:t>Step 2: 12 ÷ 2 = 6 remainder 0</a:t>
            </a:r>
          </a:p>
          <a:p>
            <a:r>
              <a:t>Step 3: 6 ÷ 2 = 3 remainder 0</a:t>
            </a:r>
          </a:p>
          <a:p>
            <a:r>
              <a:t>Step 4: 3 ÷ 2 = 1 remainder 1</a:t>
            </a:r>
          </a:p>
          <a:p>
            <a:r>
              <a:t>Step 5: 1 ÷ 2 = 0 remainder 1</a:t>
            </a:r>
          </a:p>
          <a:p>
            <a:r>
              <a:t>Answer: 11001₂</a:t>
            </a:r>
          </a:p>
          <a:p>
            <a:endParaRPr/>
          </a:p>
          <a:p>
            <a:r>
              <a:t>Try:</a:t>
            </a:r>
          </a:p>
          <a:p>
            <a:r>
              <a:t>1) 18₁₀ = ______₂</a:t>
            </a:r>
          </a:p>
          <a:p>
            <a:r>
              <a:t>2) 45₁₀ = ______₂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to Decimal (Worksheet)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Convert 101101₂ to Decimal</a:t>
            </a:r>
          </a:p>
          <a:p>
            <a:r>
              <a:t>Step 1: Write powers of 2</a:t>
            </a:r>
          </a:p>
          <a:p>
            <a:r>
              <a:t>Step 2: Multiply each bit</a:t>
            </a:r>
          </a:p>
          <a:p>
            <a:r>
              <a:t>(1×32)+(0×16)+(1×8)+(1×4)+(0×2)+(1×1)</a:t>
            </a:r>
          </a:p>
          <a:p>
            <a:r>
              <a:t>Step 3: Add = 45₁₀</a:t>
            </a:r>
          </a:p>
          <a:p>
            <a:endParaRPr/>
          </a:p>
          <a:p>
            <a:r>
              <a:t>Try:</a:t>
            </a:r>
          </a:p>
          <a:p>
            <a:r>
              <a:t>1) 11001₂ = ______₁₀</a:t>
            </a:r>
          </a:p>
          <a:p>
            <a:r>
              <a:t>2) 100111₂ = ______₁₀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Decimal to Octal (Worksheet)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Convert 83₁₀ to Octal</a:t>
            </a:r>
          </a:p>
          <a:p>
            <a:r>
              <a:t>83 ÷ 8 = 10 r3</a:t>
            </a:r>
          </a:p>
          <a:p>
            <a:r>
              <a:t>10 ÷ 8 = 1 r2</a:t>
            </a:r>
          </a:p>
          <a:p>
            <a:r>
              <a:t>1 ÷ 8 = 0 r1</a:t>
            </a:r>
          </a:p>
          <a:p>
            <a:r>
              <a:t>Answer: 123₈</a:t>
            </a:r>
          </a:p>
          <a:p>
            <a:endParaRPr/>
          </a:p>
          <a:p>
            <a:r>
              <a:t>Try:</a:t>
            </a:r>
          </a:p>
          <a:p>
            <a:r>
              <a:t>1) 64₁₀ = ______₈</a:t>
            </a:r>
          </a:p>
          <a:p>
            <a:r>
              <a:t>2) 95₁₀ = ______₈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Decimal to Hexadecimal (Worksheet)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Convert 254₁₀ to Hexadecimal</a:t>
            </a:r>
          </a:p>
          <a:p>
            <a:r>
              <a:t>254 ÷ 16 = 15 r14 (E)</a:t>
            </a:r>
          </a:p>
          <a:p>
            <a:r>
              <a:t>15 ÷ 16 = 0 r15 (F)</a:t>
            </a:r>
          </a:p>
          <a:p>
            <a:r>
              <a:t>Answer: FE₁₆</a:t>
            </a:r>
          </a:p>
          <a:p>
            <a:endParaRPr/>
          </a:p>
          <a:p>
            <a:r>
              <a:t>Try:</a:t>
            </a:r>
          </a:p>
          <a:p>
            <a:r>
              <a:t>1) 160₁₀ = ______₁₆</a:t>
            </a:r>
          </a:p>
          <a:p>
            <a:r>
              <a:t>2) 345₁₀ = ______₁₆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to Octal (Worksheet)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Convert 110101₂ to Octal</a:t>
            </a:r>
          </a:p>
          <a:p>
            <a:r>
              <a:t>Group by 3 bits: 110 | 101</a:t>
            </a:r>
          </a:p>
          <a:p>
            <a:r>
              <a:t>Convert: 6 | 5</a:t>
            </a:r>
          </a:p>
          <a:p>
            <a:r>
              <a:t>Answer: 65₈</a:t>
            </a:r>
          </a:p>
          <a:p>
            <a:endParaRPr/>
          </a:p>
          <a:p>
            <a:r>
              <a:t>Try:</a:t>
            </a:r>
          </a:p>
          <a:p>
            <a:r>
              <a:t>1) 101011₂ = ______₈</a:t>
            </a:r>
          </a:p>
          <a:p>
            <a:r>
              <a:t>2) 111100₂ = ______₈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to Hexadecimal (Worksheet)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Convert 11101101₂ to Hex</a:t>
            </a:r>
          </a:p>
          <a:p>
            <a:r>
              <a:t>Group by 4 bits: 1110 | 1101</a:t>
            </a:r>
          </a:p>
          <a:p>
            <a:r>
              <a:t>Convert: E | D</a:t>
            </a:r>
          </a:p>
          <a:p>
            <a:r>
              <a:t>Answer: ED₁₆</a:t>
            </a:r>
          </a:p>
          <a:p>
            <a:endParaRPr/>
          </a:p>
          <a:p>
            <a:r>
              <a:t>Try:</a:t>
            </a:r>
          </a:p>
          <a:p>
            <a:r>
              <a:t>1) 10101010₂ = ______₁₆</a:t>
            </a:r>
          </a:p>
          <a:p>
            <a:r>
              <a:t>2) 11011111₂ = ______₁₆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Octal to Binary (Worksheet)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Convert 57₈ to Binary</a:t>
            </a:r>
          </a:p>
          <a:p>
            <a:r>
              <a:t>5 = 101</a:t>
            </a:r>
          </a:p>
          <a:p>
            <a:r>
              <a:t>7 = 111</a:t>
            </a:r>
          </a:p>
          <a:p>
            <a:r>
              <a:t>Answer: 101111₂</a:t>
            </a:r>
          </a:p>
          <a:p>
            <a:endParaRPr/>
          </a:p>
          <a:p>
            <a:r>
              <a:t>Try:</a:t>
            </a:r>
          </a:p>
          <a:p>
            <a:r>
              <a:t>1) 34₈ = ______₂</a:t>
            </a:r>
          </a:p>
          <a:p>
            <a:r>
              <a:t>2) 71₈ = ______₂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Hexadecimal to Binary (Worksheet)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Convert A9₁₆ to Binary</a:t>
            </a:r>
          </a:p>
          <a:p>
            <a:r>
              <a:t>A = 1010</a:t>
            </a:r>
          </a:p>
          <a:p>
            <a:r>
              <a:t>9 = 1001</a:t>
            </a:r>
          </a:p>
          <a:p>
            <a:r>
              <a:t>Answer: 10101001₂</a:t>
            </a:r>
          </a:p>
          <a:p>
            <a:endParaRPr/>
          </a:p>
          <a:p>
            <a:r>
              <a:t>Try:</a:t>
            </a:r>
          </a:p>
          <a:p>
            <a:r>
              <a:t>1) 3F₁₆ = ______₂</a:t>
            </a:r>
          </a:p>
          <a:p>
            <a:r>
              <a:t>2) C2₁₆ = ______₂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Convert 1101101₂ to Decimal</a:t>
            </a:r>
          </a:p>
          <a:p>
            <a:r>
              <a:t>2) Convert 98₁₀ to Binary</a:t>
            </a:r>
          </a:p>
          <a:p>
            <a:r>
              <a:t>3) Convert 7A₁₆ to Decimal</a:t>
            </a:r>
          </a:p>
          <a:p>
            <a:r>
              <a:t>4) Convert 73₈ to Hexadecimal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460</Words>
  <Application>Microsoft Office PowerPoint</Application>
  <PresentationFormat>On-screen Show (4:3)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Computer Number Systems</vt:lpstr>
      <vt:lpstr>Decimal to Binary (Worksheet)</vt:lpstr>
      <vt:lpstr>Binary to Decimal (Worksheet)</vt:lpstr>
      <vt:lpstr>Decimal to Octal (Worksheet)</vt:lpstr>
      <vt:lpstr>Decimal to Hexadecimal (Worksheet)</vt:lpstr>
      <vt:lpstr>Binary to Octal (Worksheet)</vt:lpstr>
      <vt:lpstr>Binary to Hexadecimal (Worksheet)</vt:lpstr>
      <vt:lpstr>Octal to Binary (Worksheet)</vt:lpstr>
      <vt:lpstr>Hexadecimal to Binary (Worksheet)</vt:lpstr>
      <vt:lpstr>Practice Challenge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Number Systems</dc:title>
  <dc:subject/>
  <dc:creator>CLienT</dc:creator>
  <cp:keywords/>
  <dc:description>generated using python-pptx</dc:description>
  <cp:lastModifiedBy>CLienT</cp:lastModifiedBy>
  <cp:revision>2</cp:revision>
  <dcterms:created xsi:type="dcterms:W3CDTF">2013-01-27T09:14:16Z</dcterms:created>
  <dcterms:modified xsi:type="dcterms:W3CDTF">2025-12-15T00:55:13Z</dcterms:modified>
  <cp:category/>
</cp:coreProperties>
</file>